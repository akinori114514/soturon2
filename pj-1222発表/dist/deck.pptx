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中国社会信用システムの制度アーキテクチャ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卒業論文発表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 Dec 22 2025 09:00:00 GMT+0900 (Japan Standard Time)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濱田 圭吾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chapters/00_intro.md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発表の流れ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問題意識と研究課題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分析枠組み（4軸）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中国SCSの構造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企業信用の作用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比較と提案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chapters/00_intro.md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問題意識：信用評価の拡張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信用評価が金融から行動へ拡大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制度設計が統治権力に直結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便益と副作用が同時に発生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chapters/00_intro.md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研究の問いと貢献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RQ1：4軸で制度構造を記述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RQ2：便益と副作用の条件を検討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RQ3：日本の設計選択肢を導出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chapters/00_intro.md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分析枠組み：4軸モデル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制度要素を4軸で分解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対象は個人/企業で区別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911535" cy="3657600"/>
          </a:xfrm>
          <a:prstGeom prst="rect">
            <a:avLst/>
          </a:prstGeom>
          <a:solidFill>
            <a:srgbClr val="F5F7FA"/>
          </a:solidFill>
          <a:ln w="12700">
            <a:solidFill>
              <a:srgbClr val="0B6F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図・表（差し替え）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589788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4軸モデル（概念図）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chapters/00_intro.md; ４軸分析.md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SCSの定義と誤解の整理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単一スコアではなく信用記録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行政・司法・商取引まで対象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守信優遇/失信制約が連動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chapters/01_china.md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導入動機と政策目的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Trust Deficitと法執行不全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情報分断を是正し予防的統治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2014年綱要が全国設計図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chapters/01_china.md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制度の変遷① 萌芽〜枠組形成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1990s 三角債問題と金融信用DB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2002-07 全国構想/指導意見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2013 征信条例と司法ブラック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chapters/01_china.md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制度の変遷② 拡大〜調整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2014 綱要で全国展開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2015-18 パイロットと基盤整備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2021以降 法治化と調整局面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chapters/01_china.md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主要プラットフォーム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信用中国：失信/守信の公開窓口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NECIPS：企業登録と処分の公示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NCISP：省庁データ統合ハブ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chapters/01_china.md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肯定的評価：市場規律と効率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守信激励/失信约束で信用水準↑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取引コスト削減と金融包摂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パイロットで過剰投資を抑制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chapters/01_china.md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批判的評価：構造的リスク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監視インフラ化と信用概念の拡張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逆適応・社会的排除の発生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不利益の不可視化と過剰制裁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chapters/01_china.md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2020年以降の調整局面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道徳スコア型の運用縮小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信用情報の目録化と基準統一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便益重視と法制化の推進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chapters/01_china.md; chapters/02_chibis_score.md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中国SCSの4軸（要約）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27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6F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ガバナンス/データ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78728" y="1280160"/>
            <a:ext cx="527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6F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インセンティブ/官民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27288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NDRC・PBOC・法院の多主体統括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NCISP→信用中国/NECIPSで共有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78728" y="1645920"/>
            <a:ext cx="527288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連合懲戒とレッド/ブラック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民間信用サービスは補助的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chapters/01_china.md; chapters/02_chibis_score.md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商務誠信とは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企業信用の制度領域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個人スコアとは切り分け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市場秩序と遵法を目的化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chapters/02_chibis_score.md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企業信用の制度運用（4軸要約）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27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6F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ガバナンス/データ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78728" y="1280160"/>
            <a:ext cx="527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6FA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インセンティブ/官民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27288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NDRC・PBOC・法院・SAMRが連携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双公示→NCISP→信用中国で公開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78728" y="1645920"/>
            <a:ext cx="527288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入札・融資・許認可に連動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CRA/業界団体が運用を補完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chapters/02_chibis_score.md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企業行動への影響（選択圧）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コンプライアンス投資の強化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失信コスト上昇で行動変化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司法判断の実効性が上昇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chapters/02_chibis_score.md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副作用と救済策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過剰適応・萎縮と汚職誘発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誤登録と不利益の不可視化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信用修復や手続整備が進展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chapters/02_chibis_score.md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国際参照と日本の現状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米国：市場主導/FCRAの枠組み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EU：権利保護/GDPRの制約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日本：CIC/JICC分立と課題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chapters/03_japanscore.md; chapters/04_EUUSAcompare.md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日本への示唆と提案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分散統合型/準公共APIハブ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透明性・救済・監査を最小要件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権限集中を避け便益を確保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chapters/06_proposal.md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付録：年表（詳細）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1990s〜2025の制度変遷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911535" cy="3657600"/>
          </a:xfrm>
          <a:prstGeom prst="rect">
            <a:avLst/>
          </a:prstGeom>
          <a:solidFill>
            <a:srgbClr val="F5F7FA"/>
          </a:solidFill>
          <a:ln w="12700">
            <a:solidFill>
              <a:srgbClr val="0B6F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図・表（差し替え）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589788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年表（詳細版）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chapters/01_china.md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付録：4軸モデルの定義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軸1 ガバナンス：基準と責任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軸2 データフロー：収集と統合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軸3 インセンティブ：賞罰と修復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軸4 官民関係：役割分担と連携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４軸分析.md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付録：ガバナンス詳細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NDRCが統括、連席会議を運営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PBOCが金融信用DBを管理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最高法院が失信被執行人を公開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SAMRが企業情報公示を担当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chapters/02_chibis_score.md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付録：データフロー詳細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双公示で行政情報を公開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NCISPに集約し全国で共有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信用中国/NECIPSで閲覧可能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企業IDで名寄せと同期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chapters/02_chibis_score.md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付録：インセンティブ詳細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ブラックリストで参入制限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レッドリストで手続優遇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共同懲戒で制裁が横断化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信用修復で再参加を可能化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chapters/02_chibis_score.md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付録：官民関係の例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CRAが信用評価を補助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芝麻信用は公的評価外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業界団体が内部懲戒を運用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プラットフォームが情報提供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chapters/02_chibis_score.md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付録：逆適応の具体像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オーバーコンプライアンス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違反隠しや汚職誘発の懸念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地域差で対応コストが増大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中小企業ほど負担が重い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chapters/02_chibis_score.md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付録：調整局面の政策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2021 信用情報目録の制定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2022 社会信用法草案を公表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2024-25 便益重視の指針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省級条例の整備が進行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chapters/01_china.md; chapters/02_chibis_score.md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付録：日本の設計要件（MVP）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目的制限と比例性の明確化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最小データと本人コントロール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開示・説明・異議申立て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監査ログと標準API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chapters/06_proposal.md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付録：主要出典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1153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Liang et al. 2018 / Bi 2021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2014-2020 綱要 / MERICS 2021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主要政策文書・報告書</a:t>
            </a:r>
            <a:endParaRPr lang="en-US" sz="2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800" dirty="0">
                <a:solidFill>
                  <a:srgbClr val="1111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参考文献一覧を参照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Sources: refs/references.md; refs/bassui.md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卒論発表</dc:creator>
  <cp:lastModifiedBy>卒論発表</cp:lastModifiedBy>
  <cp:revision>1</cp:revision>
  <dcterms:created xsi:type="dcterms:W3CDTF">2025-12-20T13:15:49Z</dcterms:created>
  <dcterms:modified xsi:type="dcterms:W3CDTF">2025-12-20T13:15:49Z</dcterms:modified>
</cp:coreProperties>
</file>